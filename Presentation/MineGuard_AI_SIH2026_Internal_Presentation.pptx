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SMART INDIA HACKATHON 2026 | PROBLEM STATEMENT: SIH26025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MineGuard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AI-Enabled Low-Cost Real-Time Mine Subsidence Monitoring, Prediction &amp; Early Warning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Team MineNova6: Shareque (Lead) | Monika | Aditya | Farhan | Atharva | Affan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SIH 2026 | PS ID: SIH26025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1. The Underground Coal Mining Subsidence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40%+ Mining Fatalities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t>Roof falls &amp; rock caving account for over 40% of fatalities in Indian bord-and-pillar coal mines (Jharia &amp; Raniganj coalfields).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291840" cy="91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High Cost &amp; Cabling Failure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t>Existing cabled monitoring costs &gt;₹5 Lakhs/panel. Cables snap during rock movements, disabling safety systems when needed most.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1645920"/>
            <a:ext cx="329184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Zero Pre-Collapse Warning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t>Traditional systems rely on static thresholds that trigger too late, leaving miners zero evacuation time prior to structural roof collapse.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SIH 2026 | PS ID: SIH26025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2. Proposed Solution — MineGuard AI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Wireless ESP32 LoRa Mesh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₹1,590 low-cost wireless nodes operating on 868MHz frequency band, penetrating rock strata without cables.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AI Subsidence Predictor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Random Forest ML engine correlating 10 parameters (42% weight on 5-min displacement velocity Δdisp/Δt) to detect pre-collapse deformation.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Command Center Dashboard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React + Vite light-theme web application with real-time Leaflet mine map, risk gauges, and dynamic trend curves.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Dual Fail-Safe Alarm Sirens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1kHz local ESP32 buzzer sirens + real-time dashboard notifications + automated alert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SIH 2026 | PS ID: SIH26025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3. System Architecture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14630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280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1. Sensors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MPU6050 Tilt/Vib</a:t>
            </a:r>
            <a:br/>
            <a:r>
              <a:t>String Pot</a:t>
            </a:r>
            <a:br/>
            <a:r>
              <a:t>Load Cell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2011680"/>
            <a:ext cx="14630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2194560"/>
            <a:ext cx="1280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2. ESP32 Node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ADC Sampling</a:t>
            </a:r>
            <a:br/>
            <a:r>
              <a:t>LoRa Packet Payload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011680"/>
            <a:ext cx="14630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79" y="2194560"/>
            <a:ext cx="1280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3. LoRa Link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868 MHz ISM</a:t>
            </a:r>
            <a:br/>
            <a:r>
              <a:t>Long Range Wireless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2011680"/>
            <a:ext cx="14630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194560"/>
            <a:ext cx="1280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4. Gateway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SX1276 Receiver</a:t>
            </a:r>
            <a:br/>
            <a:r>
              <a:t>HTTP Forwarder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011680"/>
            <a:ext cx="1463040" cy="3474720"/>
          </a:xfrm>
          <a:prstGeom prst="roundRect">
            <a:avLst/>
          </a:prstGeom>
          <a:solidFill>
            <a:srgbClr val="0F172A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194560"/>
            <a:ext cx="1280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5. FastAPI Backend</a:t>
            </a:r>
          </a:p>
          <a:p>
            <a:pPr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REST API</a:t>
            </a:r>
            <a:br/>
            <a:r>
              <a:t>SQLite/PostgreSQL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011680"/>
            <a:ext cx="1463040" cy="3474720"/>
          </a:xfrm>
          <a:prstGeom prst="roundRect">
            <a:avLst/>
          </a:prstGeom>
          <a:solidFill>
            <a:srgbClr val="0F172A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194560"/>
            <a:ext cx="1280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6. AI Risk Engine</a:t>
            </a:r>
          </a:p>
          <a:p>
            <a:pPr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Random Forest</a:t>
            </a:r>
            <a:br/>
            <a:r>
              <a:t>Risk Score 0-100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9840" y="2011680"/>
            <a:ext cx="14630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0" y="2194560"/>
            <a:ext cx="1280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7. Command Center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React Dashboard</a:t>
            </a:r>
            <a:br/>
            <a:r>
              <a:t>Early Warning Sirens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TECH STACK: React + Vite | Tailwind CSS v4 | Python FastAPI | scikit-learn | Leaflet Maps | ESP32 C++ Arduino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SIH 2026 | PS ID: SIH26025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4. Technical Innovation &amp; Demonstration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Geotechnical Velocity Weighting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Instead of static limits, model evaluates 5-min displacement velocity (Δdisp/Δt) and tilt rate, detecting pre-failure roof sagging in Stage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SIH Emergency Simulator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Includes an interactive SIH Demo controller (Normal State, Warning Drift, Subsidence Event) allowing judges to trigger live emergency escalation on stage.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Multi-Device Synchronized Telemetry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Uses Global Epoch Time seeding and BroadcastChannel API so all judges' phones, laptops, and tablets display identical live numbers.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492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DGMS Compliance Ready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Designed around Directorate General of Mines Safety guidelines with 3.3V intrinsically safe circuit principles and dual-channel warning alarms.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SIH 2026 | PS ID: SIH26025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5. Feasibility, Low-Cost Analysis &amp;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Ultra Low-Cost Hardware BOM (Per Node):</a:t>
            </a:r>
          </a:p>
          <a:p>
            <a:pPr>
              <a:spcBef>
                <a:spcPts val="600"/>
              </a:spcBef>
              <a:defRPr sz="1200" b="0">
                <a:solidFill>
                  <a:srgbClr val="1E293B"/>
                </a:solidFill>
              </a:defRPr>
            </a:pPr>
            <a:r>
              <a:t>• ESP32 Microcontroller: ₹450</a:t>
            </a:r>
          </a:p>
          <a:p>
            <a:pPr>
              <a:spcBef>
                <a:spcPts val="600"/>
              </a:spcBef>
              <a:defRPr sz="1200" b="0">
                <a:solidFill>
                  <a:srgbClr val="1E293B"/>
                </a:solidFill>
              </a:defRPr>
            </a:pPr>
            <a:r>
              <a:t>• SX1276 LoRa Radio (868MHz): ₹350</a:t>
            </a:r>
          </a:p>
          <a:p>
            <a:pPr>
              <a:spcBef>
                <a:spcPts val="600"/>
              </a:spcBef>
              <a:defRPr sz="1200" b="0">
                <a:solidFill>
                  <a:srgbClr val="1E293B"/>
                </a:solidFill>
              </a:defRPr>
            </a:pPr>
            <a:r>
              <a:t>• MPU6050 6-Axis Tilt/Vib Sensor: ₹180</a:t>
            </a:r>
          </a:p>
          <a:p>
            <a:pPr>
              <a:spcBef>
                <a:spcPts val="600"/>
              </a:spcBef>
              <a:defRPr sz="1200" b="0">
                <a:solidFill>
                  <a:srgbClr val="1E293B"/>
                </a:solidFill>
              </a:defRPr>
            </a:pPr>
            <a:r>
              <a:t>• Linear Displacement String Pot: ₹80</a:t>
            </a:r>
          </a:p>
          <a:p>
            <a:pPr>
              <a:spcBef>
                <a:spcPts val="600"/>
              </a:spcBef>
              <a:defRPr sz="1200" b="0">
                <a:solidFill>
                  <a:srgbClr val="1E293B"/>
                </a:solidFill>
              </a:defRPr>
            </a:pPr>
            <a:r>
              <a:t>• HX711 + Load Cell: ₹180</a:t>
            </a:r>
          </a:p>
          <a:p>
            <a:pPr>
              <a:spcBef>
                <a:spcPts val="600"/>
              </a:spcBef>
              <a:defRPr sz="1200" b="0">
                <a:solidFill>
                  <a:srgbClr val="1E293B"/>
                </a:solidFill>
              </a:defRPr>
            </a:pPr>
            <a:r>
              <a:t>• DHT22 Temp/Humidity Sensor: ₹160</a:t>
            </a:r>
          </a:p>
          <a:p>
            <a:pPr>
              <a:spcBef>
                <a:spcPts val="600"/>
              </a:spcBef>
              <a:defRPr sz="1200" b="0">
                <a:solidFill>
                  <a:srgbClr val="1E293B"/>
                </a:solidFill>
              </a:defRPr>
            </a:pPr>
            <a:r>
              <a:t>• LiFePO4 Battery + TP4056 Charger: ₹150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• TOTAL COST PER NODE: ~ ₹1,590 ($19 USD)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Commercial Advantage &amp; Scalability: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96% Cost Reduction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Commercial cabled sensors cost ₹50,000+ per unit. MineGuard AI delivers a full node array at ₹1,590/node.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Seamless PostgreSQL Scaling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SQLAlchemy ORM allows instant migration from SQLite to PostgreSQL with TimescaleDB time-series indexing for 100+ mine nodes.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Vercel &amp; Cloud Hosted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Web Command Center hosted on Vercel with instant mobile and laptop access for control room engineers.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Team MineNova6 — Ready for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9184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Shareque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Team Leader &amp; Tech Lead</a:t>
            </a:r>
            <a:br/>
            <a:r>
              <a:t>System Integration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828800"/>
            <a:ext cx="329184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Monika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Research &amp; Documentation Lead</a:t>
            </a:r>
            <a:br/>
            <a:r>
              <a:t>Geotechnical Domain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Aditya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UI/UX Design Lead</a:t>
            </a:r>
            <a:br/>
            <a:r>
              <a:t>Design System &amp; Glassmorphism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329184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Farhan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Frontend React Engineer</a:t>
            </a:r>
            <a:br/>
            <a:r>
              <a:t>Recharts &amp; Leaflet Map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840480"/>
            <a:ext cx="329184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023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Atharva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Backend FastAPI Lead</a:t>
            </a:r>
            <a:br/>
            <a:r>
              <a:t>REST APIs &amp; Database 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840480"/>
            <a:ext cx="329184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023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Affan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AI/ML &amp; Data Lead</a:t>
            </a:r>
            <a:br/>
            <a:r>
              <a:t>Random Forest ML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MineGuard AI — Protecting Underground Miners in India with AI &amp; Low-Cost Hardware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